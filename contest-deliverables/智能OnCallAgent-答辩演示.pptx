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4b8a4fb7b24ef6" /><Relationship Type="http://schemas.openxmlformats.org/officeDocument/2006/relationships/extended-properties" Target="/docProps/app.xml" Id="Rcbe6df1b379749d7" /><Relationship Type="http://schemas.openxmlformats.org/officeDocument/2006/relationships/officeDocument" Target="/ppt/presentation.xml" Id="R1ef36839fbf942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c6e4b954c544ec"/>
  </p:sldMasterIdLst>
  <p:notesMasterIdLst>
    <p:notesMasterId xmlns:r="http://schemas.openxmlformats.org/officeDocument/2006/relationships" r:id="R7867fa8c7c23428a"/>
  </p:notesMasterIdLst>
  <p:sldIdLst>
    <p:sldId xmlns:r="http://schemas.openxmlformats.org/officeDocument/2006/relationships" id="256" r:id="Reed468e563444a6a"/>
    <p:sldId xmlns:r="http://schemas.openxmlformats.org/officeDocument/2006/relationships" id="257" r:id="R6760253b7ff641f5"/>
    <p:sldId xmlns:r="http://schemas.openxmlformats.org/officeDocument/2006/relationships" id="258" r:id="R17bc4bc2f40045e7"/>
    <p:sldId xmlns:r="http://schemas.openxmlformats.org/officeDocument/2006/relationships" id="259" r:id="R973d131fc2654aa2"/>
    <p:sldId xmlns:r="http://schemas.openxmlformats.org/officeDocument/2006/relationships" id="260" r:id="R1fb2c4e5008b4c2c"/>
    <p:sldId xmlns:r="http://schemas.openxmlformats.org/officeDocument/2006/relationships" id="261" r:id="R03cbe627ced54d9d"/>
    <p:sldId xmlns:r="http://schemas.openxmlformats.org/officeDocument/2006/relationships" id="262" r:id="Ra29baa4a54bb4b5d"/>
    <p:sldId xmlns:r="http://schemas.openxmlformats.org/officeDocument/2006/relationships" id="263" r:id="R20349f2304584505"/>
    <p:sldId xmlns:r="http://schemas.openxmlformats.org/officeDocument/2006/relationships" id="264" r:id="R73c1824a6cb74544"/>
    <p:sldId xmlns:r="http://schemas.openxmlformats.org/officeDocument/2006/relationships" id="265" r:id="Rc7799dcd633441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b6808a5e08459f" /><Relationship Type="http://schemas.openxmlformats.org/officeDocument/2006/relationships/slideMaster" Target="/ppt/slideMasters/slideMaster1.xml" Id="R87c6e4b954c544ec" /><Relationship Type="http://schemas.openxmlformats.org/officeDocument/2006/relationships/notesMaster" Target="/ppt/notesMasters/notesMaster1.xml" Id="R7867fa8c7c23428a" /><Relationship Type="http://schemas.openxmlformats.org/officeDocument/2006/relationships/presProps" Target="/ppt/presProps.xml" Id="R98cf0e9daee24f99" /><Relationship Type="http://schemas.openxmlformats.org/officeDocument/2006/relationships/tableStyles" Target="/ppt/tableStyles.xml" Id="R2366b60369694ede" /><Relationship Type="http://schemas.openxmlformats.org/officeDocument/2006/relationships/slide" Target="/ppt/slides/slide1.xml" Id="Reed468e563444a6a" /><Relationship Type="http://schemas.openxmlformats.org/officeDocument/2006/relationships/slide" Target="/ppt/slides/slide2.xml" Id="R6760253b7ff641f5" /><Relationship Type="http://schemas.openxmlformats.org/officeDocument/2006/relationships/slide" Target="/ppt/slides/slide3.xml" Id="R17bc4bc2f40045e7" /><Relationship Type="http://schemas.openxmlformats.org/officeDocument/2006/relationships/slide" Target="/ppt/slides/slide4.xml" Id="R973d131fc2654aa2" /><Relationship Type="http://schemas.openxmlformats.org/officeDocument/2006/relationships/slide" Target="/ppt/slides/slide5.xml" Id="R1fb2c4e5008b4c2c" /><Relationship Type="http://schemas.openxmlformats.org/officeDocument/2006/relationships/slide" Target="/ppt/slides/slide6.xml" Id="R03cbe627ced54d9d" /><Relationship Type="http://schemas.openxmlformats.org/officeDocument/2006/relationships/slide" Target="/ppt/slides/slide7.xml" Id="Ra29baa4a54bb4b5d" /><Relationship Type="http://schemas.openxmlformats.org/officeDocument/2006/relationships/slide" Target="/ppt/slides/slide8.xml" Id="R20349f2304584505" /><Relationship Type="http://schemas.openxmlformats.org/officeDocument/2006/relationships/slide" Target="/ppt/slides/slide9.xml" Id="R73c1824a6cb74544" /><Relationship Type="http://schemas.openxmlformats.org/officeDocument/2006/relationships/slide" Target="/ppt/slides/slide10.xml" Id="Rc7799dcd633441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14c4ba9b1947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e627cdfd4a4f3c" /><Relationship Type="http://schemas.openxmlformats.org/officeDocument/2006/relationships/notesMaster" Target="/ppt/notesMasters/notesMaster1.xml" Id="R8b2688ea515047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1c046ee76849e5" /><Relationship Type="http://schemas.openxmlformats.org/officeDocument/2006/relationships/notesMaster" Target="/ppt/notesMasters/notesMaster1.xml" Id="R6ff57e059524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e67ce4b9484fa7" /><Relationship Type="http://schemas.openxmlformats.org/officeDocument/2006/relationships/notesMaster" Target="/ppt/notesMasters/notesMaster1.xml" Id="R38c51eb1ee844e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a8ee6d90f742ff" /><Relationship Type="http://schemas.openxmlformats.org/officeDocument/2006/relationships/notesMaster" Target="/ppt/notesMasters/notesMaster1.xml" Id="Rcea9a67a42fe47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2a2ada762a4352" /><Relationship Type="http://schemas.openxmlformats.org/officeDocument/2006/relationships/notesMaster" Target="/ppt/notesMasters/notesMaster1.xml" Id="R464bd0aa29dd4c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b29f71140e4e32" /><Relationship Type="http://schemas.openxmlformats.org/officeDocument/2006/relationships/notesMaster" Target="/ppt/notesMasters/notesMaster1.xml" Id="Rea1b92b8226e4e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4b7a096ccd41b1" /><Relationship Type="http://schemas.openxmlformats.org/officeDocument/2006/relationships/notesMaster" Target="/ppt/notesMasters/notesMaster1.xml" Id="R2739bc4873bd40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33426e4b7b4db1" /><Relationship Type="http://schemas.openxmlformats.org/officeDocument/2006/relationships/notesMaster" Target="/ppt/notesMasters/notesMaster1.xml" Id="R992fc58696bd40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41821e00694b5c" /><Relationship Type="http://schemas.openxmlformats.org/officeDocument/2006/relationships/notesMaster" Target="/ppt/notesMasters/notesMaster1.xml" Id="R6626ec1f20d744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2610ffe9274416" /><Relationship Type="http://schemas.openxmlformats.org/officeDocument/2006/relationships/notesMaster" Target="/ppt/notesMasters/notesMaster1.xml" Id="R271c1b7d3a684f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3f9218c4a4d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e44316d44644b1" /><Relationship Type="http://schemas.openxmlformats.org/officeDocument/2006/relationships/slideLayout" Target="/ppt/slideLayouts/slideLayout1.xml" Id="Rf741826a7c2649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41826a7c2649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27e113ee8474f" /><Relationship Type="http://schemas.openxmlformats.org/officeDocument/2006/relationships/notesSlide" Target="/ppt/notesSlides/notesSlide1.xml" Id="R3005a5bedf6942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e572e5b8c46ec" /><Relationship Type="http://schemas.openxmlformats.org/officeDocument/2006/relationships/notesSlide" Target="/ppt/notesSlides/notesSlide2.xml" Id="R56422ec4b87c4b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fc26403f74957" /><Relationship Type="http://schemas.openxmlformats.org/officeDocument/2006/relationships/notesSlide" Target="/ppt/notesSlides/notesSlide3.xml" Id="R9574330db80547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6abc5181f44ec" /><Relationship Type="http://schemas.openxmlformats.org/officeDocument/2006/relationships/notesSlide" Target="/ppt/notesSlides/notesSlide4.xml" Id="Re0ea3162a214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0dfd008054ece" /><Relationship Type="http://schemas.openxmlformats.org/officeDocument/2006/relationships/notesSlide" Target="/ppt/notesSlides/notesSlide5.xml" Id="R489d4b3c48e84c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8f3fe72f84e42" /><Relationship Type="http://schemas.openxmlformats.org/officeDocument/2006/relationships/notesSlide" Target="/ppt/notesSlides/notesSlide6.xml" Id="R245ab2fe2ff34b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1af0455514bf9" /><Relationship Type="http://schemas.openxmlformats.org/officeDocument/2006/relationships/image" Target="/ppt/media/image.png" Id="R2b8bbb58de384d79" /><Relationship Type="http://schemas.openxmlformats.org/officeDocument/2006/relationships/image" Target="/ppt/media/image2.png" Id="R4b6f383100c04004" /><Relationship Type="http://schemas.openxmlformats.org/officeDocument/2006/relationships/image" Target="/ppt/media/image3.png" Id="R385df79b0b754713" /><Relationship Type="http://schemas.openxmlformats.org/officeDocument/2006/relationships/notesSlide" Target="/ppt/notesSlides/notesSlide7.xml" Id="R7e18282bc5e742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d137e918d4dfc" /><Relationship Type="http://schemas.openxmlformats.org/officeDocument/2006/relationships/notesSlide" Target="/ppt/notesSlides/notesSlide8.xml" Id="R9a0786fe0b3c46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d522622c14b29" /><Relationship Type="http://schemas.openxmlformats.org/officeDocument/2006/relationships/notesSlide" Target="/ppt/notesSlides/notesSlide9.xml" Id="Rd4b894ff8e8242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e2a32e6d948b5" /><Relationship Type="http://schemas.openxmlformats.org/officeDocument/2006/relationships/notesSlide" Target="/ppt/notesSlides/notesSlide10.xml" Id="R8eef1771e43944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71FAA-7B66-4CC1-8CD8-AADDF9B0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"/>
            <a:ext cx="3619500" cy="4762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94B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5C5BB-66AB-467A-91EC-6DE2EDE3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智能 OnCall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091C9-32BF-4D19-9332-B2327F13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A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AF3"/>
                </a:solidFill>
                <a:latin typeface="Aptos"/>
                <a:ea typeface="Aptos"/>
                <a:cs typeface="Aptos"/>
              </a:rPr>
              <a:t>面向客服 / 售后 / 运维场景的 RAG 智能体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C622D-1542-4683-898A-A51CD1D7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D4E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CD4E6"/>
                </a:solidFill>
                <a:latin typeface="Aptos"/>
                <a:ea typeface="Aptos"/>
                <a:cs typeface="Aptos"/>
              </a:rPr>
              <a:t>真实大模型问答 · 知识库引用来源 · 工具调用 · 云端部署 · 标准 /chat 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76737-70D3-4290-9AD3-5FC3F0F6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667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029B9-6D3F-4E47-A575-7E08AAE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F7FF"/>
                </a:solidFill>
                <a:latin typeface="Aptos"/>
                <a:ea typeface="Aptos"/>
                <a:cs typeface="Aptos"/>
              </a:rPr>
              <a:t>GitHub: ddn325601-hub/RAG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7F033-44F6-4AE8-B391-26A249FE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951AB-B4C5-4724-A8D6-F1E2F516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481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F7FF"/>
                </a:solidFill>
                <a:latin typeface="Aptos"/>
                <a:ea typeface="Aptos"/>
                <a:cs typeface="Aptos"/>
              </a:rPr>
              <a:t>Demo: 121.40.90.107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54889-C9FD-4BD1-9E07-FFACBCC5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91ABE-4B22-4290-8596-DF338DE9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906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用户提问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87173-4138-44A7-A9D7-44C48E42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55516-44CF-42B2-95E5-8934CA50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479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RAG 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7D216-D336-41E5-BD7D-D9814085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97A1C-75DC-4CB2-BA24-BE25D77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051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Agent 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4A528-BDF4-4A7F-8D87-D5F4AF7B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CEFCC-B02C-40A8-B561-946C237D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可追溯回答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99B2C-F3A2-46C8-BD40-6D76787D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4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CD4E6"/>
                </a:solidFill>
                <a:latin typeface="Aptos"/>
                <a:ea typeface="Aptos"/>
                <a:cs typeface="Aptos"/>
              </a:rPr>
              <a:t>答辩演示稿</a:t>
            </a:r>
          </a:p>
        </p:txBody>
      </p:sp>
    </p:spTree>
    <p:extLst>
      <p:ext uri="{BB962C8B-B14F-4D97-AF65-F5344CB8AC3E}">
        <p14:creationId xmlns:p14="http://schemas.microsoft.com/office/powerpoint/2010/main" val="1563777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46E1C-F343-4B23-9B20-FEE7AEAF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rPr>
              <a:t>业务问题：资料分散导致一线响应慢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5224F-09D1-4064-888C-0DBB1E8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客服、售后、运维问题常常需要跨 FAQ、手册、日志和指标反复查找。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FBD70-0417-4C2B-B9C9-7B2B1580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E526D-9802-4D2A-8C4D-276EA84B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CF409-A8FC-4AD7-8B2B-CB3B62BF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9A040-571C-4E41-8375-EFD1730D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知识分散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57110-D474-4608-9DFE-9182616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857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FAQ、售后策略、故障手册、日志字段和告警流程散落在不同资料中，一线人员难以快速定位。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A480F-7A94-43C2-B22A-E3B931F1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B7C33-3011-4EB6-9242-1F0C470C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FD899-93F6-4D6C-8DFB-091F9CFA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经验依赖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C5F22-5426-407D-B1E7-E94DC935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2857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排查路径依赖个人经验，新同学上手慢，复杂问题容易漏掉关键检查项。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7B76D-0E82-483D-A1FE-CB528040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0AADB-B04B-4BD3-8075-40DAB8D3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D0289-4604-48F9-A70B-E38F42D5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答案不可追溯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F0490-290C-4DA9-A265-657EFC92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857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普通聊天机器人可能给出泛化回答，但无法说明依据来自哪份企业资料。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42827-5F3B-4AFF-A290-AB0D1BAA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项目目标：把企业资料、模型能力和工具调用整合为可对话的智能体，让回答可执行、可追溯、可部署。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AAF2F-56E3-4F03-80C3-AD381F4C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SuperBizAgent | 智能 OnCall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E5E2F-AA22-4C55-A242-A9B854F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7370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EDAB5-A3AB-4B74-8BDF-303A2FC7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rPr>
              <a:t>方案概览：一个可部署、可投喂、可解释的智能体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8C4D9-3EE0-4844-BE66-E347AFDE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系统不是简单聊天页面，而是围绕 OnCall 场景构建的 RAG Agent。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9CFEB-FF2C-447A-A004-8B85A5ED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8FE0A-D98B-4CF6-80A6-F0DA826D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2571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E934A-CA37-4E89-92A7-36568EE3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2B60F-6A8D-4BFE-81B4-48315411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真实模型问答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E33B4-9694-48E5-B332-08F09F7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714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接入 DashScope 文本模型，生成自然语言答案。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4754F-A721-42A7-85B8-67976062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2095500" cy="2571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A9B8E-CB2D-4F4E-8964-61E05891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26028-EA3B-499D-853F-6A68092F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RAG 知识库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7CB1B-236A-48CE-B9D8-62D3444A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1714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Markdown/TXT 上传、分片、Embedding、Milvus 检索，并展示引用来源。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F71CE-D894-488B-9BB2-19F37712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2095500" cy="2571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F9C49-2B5A-4721-B4F6-5F78FDD2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859CB-0965-47EB-96D1-D0C9BDE5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812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Agent 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D5A90-3DBA-4184-B814-AE099EF4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43150"/>
            <a:ext cx="1714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内部文档、日志、指标、时间等工具辅助诊断。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792E7-86E5-4F28-98AD-005B84EB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095500" cy="2571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97087-7DE4-448C-A33C-3FDC89FF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0BF56-4D94-46D0-B464-7BF51A01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812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多模态扩展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CD554-9EC6-413E-B40B-AD20E8E1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43150"/>
            <a:ext cx="1714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/chat 支持图片字段，可接入视觉模型处理截图工单。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F71E4-FCBA-4281-A08B-9A1B2613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3945A-BE9F-49A2-B9B1-81286065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标准接口：POST /chat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A27B6-370B-4D4C-9407-EBADDDBB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9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69E99-4154-40B2-A617-17963310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9585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公网部署：ECS + Nginx + systemd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735ED-D53F-4C7C-BF69-E3435617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2667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19F7D-7994-4361-8CB5-F242CC8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958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向量库：Milvus Collection biz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DF7DD0-66BD-454E-8037-1BB16687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SuperBizAgent | 智能 OnCall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05D4C-09E7-4E40-AD6E-892127A5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6112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E520E1-0589-41D2-9DE3-6BD7AD5C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rPr>
              <a:t>技术架构：从问题到可追溯答案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D70CB-0AED-49E9-B1A3-735D25AC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Spring Boot 负责接口和编排，DashScope 负责模型与向量，Milvus 负责知识检索。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8ECB5-1C7F-4B06-BE27-BD84AB2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753DB-5062-4CF6-A01E-5D7009F2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CF848-2C55-41D1-99A7-A0AB9878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用户 / 比赛平台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E5A47-A481-49CE-82C4-8FCBAA6E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0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E07E8-238D-477C-83A6-CBDAE5D3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621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POST /chat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9418E-3BB7-4872-AAFB-6CE4D95E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C93A9-BCEC-4FA4-A6E7-8F18C695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621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Contest 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CBF39-EA1E-4659-B8A1-374CC032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00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75C50-D43E-4BA4-B273-E703AE36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621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ReactAgent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0FAA2-81FE-4729-8385-B06705ED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638D5-C821-44A5-B262-74DA7FEC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DashScope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3123E-FB20-420C-AC92-F6BC6737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764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E3E3F-A940-497A-9F33-D3E1939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764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F6E67-4E02-49E3-A764-598D3C74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AE6F8-D1F2-4253-BD1B-CFA1888A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764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238B2-85F9-4716-9ACC-F29F65E6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05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34352-4D22-4472-96AC-AB360215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671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/api/upload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8EC9C-36ED-4D7F-9A10-304B6409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C5737-D88C-4E23-AE12-F9A8E81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文档分片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3C818-20A4-4BC5-8196-7675D812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E4E1F-079D-4E40-8659-B055B81D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671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Embedding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C9856-0FE0-4C63-9438-F47FA640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3C0F4-61E4-4095-9CEF-450A9D13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671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Milvus biz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4C1DA-410A-425C-BF00-927765B6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814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E6C3C-0A6F-4735-97EC-BA970B39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81475"/>
            <a:ext cx="3524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7865F-2882-48D1-BA05-B203BC99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4476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03155-72C7-4050-B953-CEC7FE3B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333500" cy="1314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E0D3E-5E93-44A9-9301-945E0671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回答链路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592C6-2618-426A-9620-A93FFFBE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43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知识入库链路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D2BBE6-3917-4503-81E4-FED2ABCF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SuperBizAgent | 智能 OnCall 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A013A8-A573-46D9-A14E-F5BD9225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97762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DF3046-E4E1-4414-B86D-7F0290A4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rPr>
              <a:t>RAG 能力：投喂资料后按来源回答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BEEC1-E72D-41BB-AEA8-71B2C43A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当前已准备客服、售后、运维、日志指标、图片工单等 7 份知识库资料。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F0E8B-07D0-4FBA-8920-F25632E2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8F1C6-B2C2-4522-B337-30D7B26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1153F-80A4-462E-924B-2FCBCA3E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13720-12C0-45A4-AB43-9AB34D46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1. 上传 Markdown/TXT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F1FFD-D7C5-4169-A885-14F630AC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知识入库阶段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465E3-2B2E-4697-90F3-4D13D5C1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32CEF-44D2-49E8-BBCA-72F6A280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4C919-7C5A-4484-A4BE-FCFBAE4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2. 按标题与段落分片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7742B-A425-48B9-A9AE-E118061A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知识入库阶段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94C03-B5AB-487A-A9F0-93350FDC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83BDC-A4EB-483F-ABCC-EB2BC8C5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FBF6F-27D4-4101-B9D1-CCD0354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3. text-embedding-v4 生成向量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466D3-CE40-4A24-A5EE-4D1B97E7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知识入库阶段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EF221-43D5-4704-B8E8-CFCE2786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13090-E16D-4436-81CC-8BCCC52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67C9D-AEBD-4F22-9C8E-67A55634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4. 写入 Milvus biz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87F39-8961-4D4F-9B10-E9F91B5C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问答检索阶段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D9852-F755-4D2B-91B7-5C917BA6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3EAD7-E924-412C-8453-17742B6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ACA33-020B-4F1B-A921-96B115B4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5. 提问时召回 TopK 片段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D7B57-7C3A-4783-A577-631DE433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71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问答检索阶段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0E64F-15C8-41F4-ABA4-936800BC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E4DD5-9EDC-40A1-BB4B-E8F91A4D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454C88-3898-4C39-B5D0-C4F69C15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6. 模型基于片段生成答案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58263-5A8A-4048-92EA-5F523046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问答检索阶段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4D46A-9390-4EFB-BA82-356B3869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前端回答会展示：命中文件、标题、片段、相似度分数。答辩时重点强调“不是凭空回答，而是有资料依据”。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05474-C15F-4DC0-B8E5-CE281CC9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SuperBizAgent | 智能 OnCall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D286F-3078-4E1C-BD5C-4014634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6900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63FB6-E8F9-4AED-82F8-EEA09FA1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rPr>
              <a:t>Agent 与多模态：面向真实工单的诊断协作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C86E4-A4AB-44E4-8C55-9EDDAF68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Agent 不直接执行生产变更，而是给出可确认的排查路径和建议。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77CD3-3128-4B69-848A-6702A7C5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45339-D5C2-47E5-8381-A61FEA58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952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90140-0DCA-4C2B-B4CB-CB741B5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7987C-777B-41B9-867C-6301D224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工具调用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B28D6-1FED-4D4C-968B-7ECC3409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571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queryInternalDocs、QueryLogsTools、QueryMetricsTools、DateTimeTools 辅助定位问题。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3F7B3-5EF2-43EF-B272-CA2B9009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90700"/>
            <a:ext cx="2952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32835-460A-44B0-9C45-89CC581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907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EFF1C-E7B0-44B3-BDFF-74EF147A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621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多轮上下文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0C6DE-98C3-4D0F-9827-A9912869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24100"/>
            <a:ext cx="2571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基于 session_id 保存连续追问，让问题分析可以逐步深入。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FDFF1-BBCD-4230-8C1C-052E027A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2952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6C9C5-C4ED-491C-A1B1-A6AF8AF9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2760B-D43E-429F-9D60-6198CEB0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图片工单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2F23B-E888-4DA3-BF86-3BF0E136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571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images 字段支持截图输入，视觉模型提取支付凭证、告警图、日志图中的关键信息。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15079-D7AD-4545-AD6F-39BEF289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2ECAE-1912-4CA4-A78E-063DDA48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882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适合客服 FAQ、售后升级、支付异常、运维告警和日志字段解释。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E0D09-0D24-456B-857F-2694E20F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DAD36-7E3B-43FC-96CF-ACDE8A10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05425"/>
            <a:ext cx="882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不自动退款、扩容或删除资源，涉及生产变更由人工确认。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3CA93-008E-4438-B930-5BB5A99A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SuperBizAgent | 智能 OnCall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95D92-79D1-48C1-8A15-CEFFAF3C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1592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973F6-AE13-4908-B046-7BA2B43C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rPr>
              <a:t>公网演示证据：页面、引用来源、知识库管理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2EEA8-4E4A-40E8-A1C3-246D5FFD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项目已经部署到公网地址，可直接体验核心交互。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A3904-34F7-4D80-9A5B-FDD19A49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bbb58de384d79"/>
          <a:srcRect xmlns:a="http://schemas.openxmlformats.org/drawingml/2006/main" l="1644" t="0" r="16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6383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f383100c04004"/>
          <a:srcRect xmlns:a="http://schemas.openxmlformats.org/drawingml/2006/main" l="1644" t="0" r="16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6383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df79b0b754713"/>
          <a:srcRect xmlns:a="http://schemas.openxmlformats.org/drawingml/2006/main" l="1644" t="0" r="16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16383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EE9FD-CE7C-4F9B-95FD-768F30D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3333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45429-F552-48F3-86AC-1D260ADD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0D528-4ADD-4BEE-B4EA-BCED2A67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首页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2E41D-D1DC-4D4D-9351-DE89287C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聊天入口、项目主界面和云端访问状态。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ED611-69E9-4371-BF4F-71918A95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87804-5308-4930-BE18-8F10E40C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C224D-7C22-4A61-AA5A-F68C9356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434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引用来源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A3898-637F-4C0E-AE89-443B0B03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RAG 回答下方展示命中文档与片段。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D9AD2-3298-47CD-9F56-E93CCF9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3333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28C0B-8025-4157-9829-72FE46FE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A6D0D-91E9-400D-B100-05526C2E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知识库管理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93140-0921-4CF8-AAC4-4E803046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展示已投喂的 7 份资料。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868D2-345F-4C41-A0C7-45179769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SuperBizAgent | 智能 OnCall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C0F3A-0366-47E4-811B-783649EE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9446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E9954-7255-4AF1-8879-28F387AB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rPr>
              <a:t>部署与验证：从本地 Demo 到公网服务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E1CF2-DC39-4750-92C5-94F463A0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ECS + Docker/Milvus + Nginx + systemd 已完成上线验证。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76549-A377-4EE7-9B92-D669D948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10FB9-9F0E-428D-BB2D-8AA26CB1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62251-88DD-40F5-BC1D-48914F04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公网首页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C84E5-0A25-433E-80DE-48B9495D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85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GET / 返回 HTTP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19C2E-E986-4EBA-BA26-D524DF04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10287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E6FA4-D2F3-4455-ADBE-48C2C67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知识库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EC21D-1350-4076-9C52-FABA12B0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/api/knowledge/files 返回 7 份资料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EA5CD-70CE-4BDF-91CA-4502F21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10287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B0D06-B906-47F2-AA92-9420F8E3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RAG 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C4D72-1F96-40B4-A371-7C97719D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命中 payment_order_runbook.md 等资料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58FAF-A55A-4B59-86AA-76D53554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10287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27C19-E56E-4305-A8ED-CE15B9D2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比赛接口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0870E-9C56-49EF-B1F7-ECCDF885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POST /chat 携带 Token 返回 code=0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89F60-F0B7-403D-9713-4A686E3F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10287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85193-4E56-4BD8-A319-E5616C98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鉴权保护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48916-D658-49C5-818B-35911194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未携带 Token 返回 HTTP 401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AFCFA-08A7-45D4-BC69-892EE9E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F6A48-3308-4DF9-98BB-40666504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公网地址：http://121.40.90.107/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2A720-1390-4D7C-93E9-20EAC3D2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3714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EDE93-EDC7-4F0D-8765-2D4A0769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34000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GitHub：https://github.com/ddn325601-hub/RAG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4EBB0-89D3-4353-A069-82AC6F8F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SuperBizAgent | 智能 OnCall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4BC6C-0F5F-4620-9DC5-29FDE174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7259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49D3D-54D1-4035-A8FA-45100B35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047"/>
                </a:solidFill>
                <a:latin typeface="Aptos Display"/>
                <a:ea typeface="Aptos Display"/>
                <a:cs typeface="Aptos Display"/>
              </a:rPr>
              <a:t>演示路径：3 到 5 分钟讲清楚闭环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C6022-EB3D-497F-85C1-3194F384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建议按“入口 → 知识库 → 问答 → 来源 → 接口”顺序演示。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A3B84-6604-4CE4-9DF1-F88C632A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CFBDB-3352-491E-A9AE-1732FABA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7ACF1-BF8E-4B18-8A41-87F381FD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4F800-B1C8-4F61-832F-07248687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193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打开公网地址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C609D-3D83-40B4-99BB-4F89ADDC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0289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展示主页面与聊天入口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4C1E7-6C01-4836-8BD3-C9376CDA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85975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A0439-A748-4610-8ECC-0C5FFB4B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09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000E0-9F50-4A4C-A251-B175CBDC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43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41E3C-B28E-4EDE-936C-8309B3DE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193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查看知识库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7CF0F-7915-43A6-BCDF-A7E857BA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289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说明已投喂客服/售后/运维资料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A2258-3F41-4DDD-9AC1-E643A2FD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85975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AE32D-9E07-4A52-A000-AD9ABC19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9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3ABED-7300-4D56-80F8-FBA490EC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43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5612A-44C7-40D1-B47C-212FE8E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193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提问支付超时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A9656-FEE5-413C-9687-A640C67C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观察回答中的排查步骤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6FAF2-05F7-48E3-B568-EAC2B124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85975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0288E-AA6B-4B5E-8FCC-85C34162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AD652-725B-449D-B07F-A66CE73C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43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0B494-8A01-4D54-9197-134CF22A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展开引用来源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1B604-3B21-4A19-8AB1-CC308CDB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证明答案来自知识库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D9E13-A3B0-436C-B1D1-14259B96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85975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0BCF4-727A-4055-8BB8-C8949954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4D4BD-1EFC-4D24-A24A-3CA01F7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C45A0-35D2-4E1E-BF04-21FDB02A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193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说明 /chat 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EFE03-E588-4491-A974-C5C2708C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A"/>
                </a:solidFill>
                <a:latin typeface="Aptos"/>
                <a:ea typeface="Aptos"/>
                <a:cs typeface="Aptos"/>
              </a:rPr>
              <a:t>可供比赛平台或外部系统调用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3EB43F-5F1D-479C-8CB0-7D85484C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推荐演示问题：支付订单超时应该怎么排查？ / ServiceUnavailable 告警出现后第一步排查什么？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66735B-6282-4CEC-BBB4-296D0D60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SuperBizAgent | 智能 OnCall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882855-A6BE-48F9-881B-2AD4CFD2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44730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0904E-894A-4120-98FA-E026E865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最终提交状态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6E834-21F0-417F-B6C5-5EBB247B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A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AF3"/>
                </a:solidFill>
                <a:latin typeface="Aptos"/>
                <a:ea typeface="Aptos"/>
                <a:cs typeface="Aptos"/>
              </a:rPr>
              <a:t>代码、材料、截图、知识库、测试集、云端验证和压缩包均已准备。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A6355-15D5-47DE-8A1F-550489CA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F3517-81F0-4E8C-91EF-3BE4B707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C2766-603C-44BF-8E8F-2B4786DC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954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 main 已同步最新提交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486A8-DD78-40C5-8FD6-30410AA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8BD03-4DC1-4F59-A8FA-05E83299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5D8BE-272A-4922-8D86-2A6532E8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241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最终提交包已生成并排除运行产物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F3981-3E5A-48E9-8FFF-EAFD474B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C3847-112A-44E0-B07B-DF814E8B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A2BE1-3899-4469-9AAE-44F2BA68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527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公网演示地址可用于答辩体验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0EF11-2E70-4130-9C6B-B3C007DA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005E2-D4FD-4BCF-8FAC-F65D0D14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EE169-A65B-4AB4-ADF9-83224A3E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文档中不包含真实 API Key /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9C8A9-2AAD-485A-9E54-0827C5E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CA0AD-5A9A-4D2D-ACC2-6D8C59EA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B0D29-5D52-49AF-ABF4-D0664660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PPT 与录屏脚本可直接用于展示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90C47-83B8-457C-BCA4-CE8666A7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857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94B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3BE06-74A7-437D-BE91-0A9C36BF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047"/>
                </a:solidFill>
                <a:latin typeface="Aptos"/>
                <a:ea typeface="Aptos"/>
                <a:cs typeface="Aptos"/>
              </a:rPr>
              <a:t>答辩收口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EE819-E250-4717-8625-394AC3AC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这是一个可公网访问、可投喂知识、可追溯来源、可通过标准接口集成的智能 OnCall Agent。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D4557-0EE6-412E-9EEC-B77E0572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91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DEAF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DEAF3"/>
                </a:solidFill>
                <a:latin typeface="Aptos"/>
                <a:ea typeface="Aptos"/>
                <a:cs typeface="Aptos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2138997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2026-06-17T07:58:29.0990000Z</dcterms:created>
  <dcterms:modified xsi:type="dcterms:W3CDTF">2026-06-17T07:58:29.0990000Z</dcterms:modified>
</coreProperties>
</file>